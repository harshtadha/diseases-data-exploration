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4436389-50BB-4B99-9350-48468A2ACCD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Diseases Infected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6AAFA7F-8711-4276-B2A5-DEE6E93D65D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3/15/2026 9:17:28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FBF494DE-8F56-4B9C-8493-4FE0E4A24A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2026-03-16T01:17:29Z</dcterms:created>
  <dcterms:modified xsi:type="dcterms:W3CDTF">2026-03-16T01:17:29Z</dcterms:modified>
</cp:coreProperties>
</file>